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340453cd4f4832" /><Relationship Type="http://schemas.openxmlformats.org/officeDocument/2006/relationships/extended-properties" Target="/docProps/app.xml" Id="R3b87f3855a024744" /><Relationship Type="http://schemas.openxmlformats.org/officeDocument/2006/relationships/officeDocument" Target="/ppt/presentation.xml" Id="Re6b151bc0808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fa7c8787f04ad2"/>
  </p:sldMasterIdLst>
  <p:notesMasterIdLst>
    <p:notesMasterId xmlns:r="http://schemas.openxmlformats.org/officeDocument/2006/relationships" r:id="R0cde070dbd9f4a1f"/>
  </p:notesMasterIdLst>
  <p:sldIdLst>
    <p:sldId xmlns:r="http://schemas.openxmlformats.org/officeDocument/2006/relationships" id="256" r:id="R356f857191bc4176"/>
    <p:sldId xmlns:r="http://schemas.openxmlformats.org/officeDocument/2006/relationships" id="257" r:id="R6cecdc4379e144e2"/>
    <p:sldId xmlns:r="http://schemas.openxmlformats.org/officeDocument/2006/relationships" id="258" r:id="R92169833cb1b45b3"/>
    <p:sldId xmlns:r="http://schemas.openxmlformats.org/officeDocument/2006/relationships" id="259" r:id="R2d9e528f52e44623"/>
    <p:sldId xmlns:r="http://schemas.openxmlformats.org/officeDocument/2006/relationships" id="260" r:id="R55c72140f8ed4418"/>
    <p:sldId xmlns:r="http://schemas.openxmlformats.org/officeDocument/2006/relationships" id="261" r:id="R1864ad4157d44d96"/>
    <p:sldId xmlns:r="http://schemas.openxmlformats.org/officeDocument/2006/relationships" id="262" r:id="R8bc90043074647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51361441ba4946" /><Relationship Type="http://schemas.openxmlformats.org/officeDocument/2006/relationships/slideMaster" Target="/ppt/slideMasters/slideMaster1.xml" Id="Rb5fa7c8787f04ad2" /><Relationship Type="http://schemas.openxmlformats.org/officeDocument/2006/relationships/notesMaster" Target="/ppt/notesMasters/notesMaster1.xml" Id="R0cde070dbd9f4a1f" /><Relationship Type="http://schemas.openxmlformats.org/officeDocument/2006/relationships/presProps" Target="/ppt/presProps.xml" Id="R6dfe8c86fd6142f5" /><Relationship Type="http://schemas.openxmlformats.org/officeDocument/2006/relationships/tableStyles" Target="/ppt/tableStyles.xml" Id="Ra369906267854a0e" /><Relationship Type="http://schemas.openxmlformats.org/officeDocument/2006/relationships/slide" Target="/ppt/slides/slide1.xml" Id="R356f857191bc4176" /><Relationship Type="http://schemas.openxmlformats.org/officeDocument/2006/relationships/slide" Target="/ppt/slides/slide2.xml" Id="R6cecdc4379e144e2" /><Relationship Type="http://schemas.openxmlformats.org/officeDocument/2006/relationships/slide" Target="/ppt/slides/slide3.xml" Id="R92169833cb1b45b3" /><Relationship Type="http://schemas.openxmlformats.org/officeDocument/2006/relationships/slide" Target="/ppt/slides/slide4.xml" Id="R2d9e528f52e44623" /><Relationship Type="http://schemas.openxmlformats.org/officeDocument/2006/relationships/slide" Target="/ppt/slides/slide5.xml" Id="R55c72140f8ed4418" /><Relationship Type="http://schemas.openxmlformats.org/officeDocument/2006/relationships/slide" Target="/ppt/slides/slide6.xml" Id="R1864ad4157d44d96" /><Relationship Type="http://schemas.openxmlformats.org/officeDocument/2006/relationships/slide" Target="/ppt/slides/slide7.xml" Id="R8bc90043074647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1e8bb55baa40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5bc41596ee41b8" /><Relationship Type="http://schemas.openxmlformats.org/officeDocument/2006/relationships/notesMaster" Target="/ppt/notesMasters/notesMaster1.xml" Id="R84aa3e0863be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f379d3796c4944" /><Relationship Type="http://schemas.openxmlformats.org/officeDocument/2006/relationships/notesMaster" Target="/ppt/notesMasters/notesMaster1.xml" Id="R8a28bde7e27048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3702bb725e4f7c" /><Relationship Type="http://schemas.openxmlformats.org/officeDocument/2006/relationships/notesMaster" Target="/ppt/notesMasters/notesMaster1.xml" Id="R670de2f4733742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88df7cc4a14662" /><Relationship Type="http://schemas.openxmlformats.org/officeDocument/2006/relationships/notesMaster" Target="/ppt/notesMasters/notesMaster1.xml" Id="R8b4869f048c04d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2f316425f6417a" /><Relationship Type="http://schemas.openxmlformats.org/officeDocument/2006/relationships/notesMaster" Target="/ppt/notesMasters/notesMaster1.xml" Id="Rcabe7731a9934f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226d16c3b84405" /><Relationship Type="http://schemas.openxmlformats.org/officeDocument/2006/relationships/notesMaster" Target="/ppt/notesMasters/notesMaster1.xml" Id="R3e4e6972796a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308ed68410469a" /><Relationship Type="http://schemas.openxmlformats.org/officeDocument/2006/relationships/notesMaster" Target="/ppt/notesMasters/notesMaster1.xml" Id="R77ad6866656a4b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a20d9409142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7a3f8eefd9468c" /><Relationship Type="http://schemas.openxmlformats.org/officeDocument/2006/relationships/slideLayout" Target="/ppt/slideLayouts/slideLayout1.xml" Id="R6e91ac85b4c7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91ac85b4c7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6e363f8b74b36" /><Relationship Type="http://schemas.openxmlformats.org/officeDocument/2006/relationships/notesSlide" Target="/ppt/notesSlides/notesSlide1.xml" Id="R9f6821263ed643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2eaeab37b4615" /><Relationship Type="http://schemas.openxmlformats.org/officeDocument/2006/relationships/image" Target="/ppt/media/image.png" Id="R26d95afb5edc41b7" /><Relationship Type="http://schemas.openxmlformats.org/officeDocument/2006/relationships/notesSlide" Target="/ppt/notesSlides/notesSlide2.xml" Id="R025101e35e3c43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704f8c5ed44f1" /><Relationship Type="http://schemas.openxmlformats.org/officeDocument/2006/relationships/image" Target="/ppt/media/image2.png" Id="R423e6d0f79314603" /><Relationship Type="http://schemas.openxmlformats.org/officeDocument/2006/relationships/notesSlide" Target="/ppt/notesSlides/notesSlide3.xml" Id="Rd4a8e1dfb35444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982e983c54afc" /><Relationship Type="http://schemas.openxmlformats.org/officeDocument/2006/relationships/image" Target="/ppt/media/image3.png" Id="R8f7b6f0e841e4670" /><Relationship Type="http://schemas.openxmlformats.org/officeDocument/2006/relationships/notesSlide" Target="/ppt/notesSlides/notesSlide4.xml" Id="R0b03752cbdde41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f5207a6234ead" /><Relationship Type="http://schemas.openxmlformats.org/officeDocument/2006/relationships/image" Target="/ppt/media/image4.png" Id="Rf85f877645d94f5e" /><Relationship Type="http://schemas.openxmlformats.org/officeDocument/2006/relationships/notesSlide" Target="/ppt/notesSlides/notesSlide5.xml" Id="R48c277d3f1074d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a6e67337747cd" /><Relationship Type="http://schemas.openxmlformats.org/officeDocument/2006/relationships/image" Target="/ppt/media/image5.png" Id="R2adddc5914564fbb" /><Relationship Type="http://schemas.openxmlformats.org/officeDocument/2006/relationships/notesSlide" Target="/ppt/notesSlides/notesSlide6.xml" Id="R259be842981747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48e8c0f5746e8" /><Relationship Type="http://schemas.openxmlformats.org/officeDocument/2006/relationships/image" Target="/ppt/media/image6.png" Id="R08d1ae859e61423f" /><Relationship Type="http://schemas.openxmlformats.org/officeDocument/2006/relationships/notesSlide" Target="/ppt/notesSlides/notesSlide7.xml" Id="R21482579c73842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ED9A0-CD91-4BFC-A7F9-5C8F46A8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B08671E-8C33-4F89-A392-839499C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BDF8"/>
                </a:solidFill>
              </a:defRPr>
            </a:pPr>
            <a:r>
              <a:rPr sz="1500" b="1">
                <a:solidFill>
                  <a:srgbClr val="38BDF8"/>
                </a:solidFill>
              </a:rPr>
              <a:t>TL1 01_12  ローダーと配置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D1EFA-A3E1-40E0-9469-7EE24576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Blenderと自作エンジンをつなぐ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レベルエディタ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3CCAF41-8840-4C42-BAF9-6A43B004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DEE8"/>
                </a:solidFill>
              </a:defRPr>
            </a:pPr>
            <a:r>
              <a:rPr sz="1875" b="0">
                <a:solidFill>
                  <a:srgbClr val="D6DEE8"/>
                </a:solidFill>
              </a:rPr>
              <a:t>配置・コライダー・SpawnPoint・ホットリロードをゲームへ反映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A9DECF76-7836-4461-8D8C-1901F1C9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FA3B8"/>
                </a:solidFill>
              </a:defRPr>
            </a:pPr>
            <a:r>
              <a:rPr sz="1350" b="0">
                <a:solidFill>
                  <a:srgbClr val="8FA3B8"/>
                </a:solidFill>
              </a:rPr>
              <a:t>CG2_01 / chihara-0039</a:t>
            </a:r>
          </a:p>
        </p:txBody>
      </p:sp>
    </p:spTree>
    <p:extLst>
      <p:ext uri="{BB962C8B-B14F-4D97-AF65-F5344CB8AC3E}">
        <p14:creationId xmlns:p14="http://schemas.microsoft.com/office/powerpoint/2010/main" val="1771055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B6739-1B22-4034-A1E7-60E4172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E644E35-17BF-4880-A868-D180921B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</a:defRPr>
            </a:pPr>
            <a:r>
              <a:rPr sz="1125" b="1">
                <a:solidFill>
                  <a:srgbClr val="38BDF8"/>
                </a:solidFill>
              </a:rPr>
              <a:t>OVERVIEW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6CC796-AA7A-4D51-BDB9-25AC8DE7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外部ツールで作ったステージを、そのままゲームで確認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95afb5edc41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00200"/>
            <a:ext cx="68580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B28AF5A8-2417-4EC8-9B69-70D0045E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Blender</a:t>
            </a:r>
          </a:p>
        </p:txBody>
      </p:sp>
      <p:sp>
        <p:nvSpPr>
          <p:cNvPr id="6" name="body1">
            <a:extLst xmlns:a="http://schemas.openxmlformats.org/drawingml/2006/main">
              <a:ext uri="{FF2B5EF4-FFF2-40B4-BE49-F238E27FC236}">
                <a16:creationId xmlns:a16="http://schemas.microsoft.com/office/drawing/2014/main" id="{51EE7307-5D1D-474F-B0BE-3682AF16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3DE"/>
                </a:solidFill>
              </a:defRPr>
            </a:pPr>
            <a:r>
              <a:rPr sz="1500" b="0">
                <a:solidFill>
                  <a:srgbClr val="C9D3DE"/>
                </a:solidFill>
              </a:rPr>
              <a:t>モデルの配置と各種プロパティを編集</a:t>
            </a:r>
          </a:p>
        </p:txBody>
      </p:sp>
      <p:sp>
        <p:nvSpPr>
          <p:cNvPr id="7" name="arrow1">
            <a:extLst xmlns:a="http://schemas.openxmlformats.org/drawingml/2006/main">
              <a:ext uri="{FF2B5EF4-FFF2-40B4-BE49-F238E27FC236}">
                <a16:creationId xmlns:a16="http://schemas.microsoft.com/office/drawing/2014/main" id="{2DC0CBE7-8B67-484A-9571-F4A663FB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↓ JSON</a:t>
            </a:r>
          </a:p>
        </p:txBody>
      </p:sp>
      <p:sp>
        <p:nvSpPr>
          <p:cNvPr id="8" name="engineLabel">
            <a:extLst xmlns:a="http://schemas.openxmlformats.org/drawingml/2006/main">
              <a:ext uri="{FF2B5EF4-FFF2-40B4-BE49-F238E27FC236}">
                <a16:creationId xmlns:a16="http://schemas.microsoft.com/office/drawing/2014/main" id="{286A49CB-C8CC-4CEB-A640-AE42C24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自作エンジン</a:t>
            </a:r>
          </a:p>
        </p:txBody>
      </p:sp>
      <p:sp>
        <p:nvSpPr>
          <p:cNvPr id="9" name="body2">
            <a:extLst xmlns:a="http://schemas.openxmlformats.org/drawingml/2006/main">
              <a:ext uri="{FF2B5EF4-FFF2-40B4-BE49-F238E27FC236}">
                <a16:creationId xmlns:a16="http://schemas.microsoft.com/office/drawing/2014/main" id="{90FA6652-6193-465C-B035-A45BE870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3DE"/>
                </a:solidFill>
              </a:defRPr>
            </a:pPr>
            <a:r>
              <a:rPr sz="1500" b="0">
                <a:solidFill>
                  <a:srgbClr val="C9D3DE"/>
                </a:solidFill>
              </a:rPr>
              <a:t>描画・当たり判定・開始地点へ反映</a:t>
            </a:r>
          </a:p>
        </p:txBody>
      </p:sp>
    </p:spTree>
    <p:extLst>
      <p:ext uri="{BB962C8B-B14F-4D97-AF65-F5344CB8AC3E}">
        <p14:creationId xmlns:p14="http://schemas.microsoft.com/office/powerpoint/2010/main" val="1951189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7DC51-E915-476A-8E25-53A917E7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66A834E-D714-434A-876B-EA3EB388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</a:defRPr>
            </a:pPr>
            <a:r>
              <a:rPr sz="1125" b="1">
                <a:solidFill>
                  <a:srgbClr val="38BDF8"/>
                </a:solidFill>
              </a:rPr>
              <a:t>LOADER &amp; PLACEMENT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D1C3DE-0600-4968-802F-B74E409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Blenderの座標・回転・拡縮をJSONへ出力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e6d0f793146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19250"/>
            <a:ext cx="68580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point1">
            <a:extLst xmlns:a="http://schemas.openxmlformats.org/drawingml/2006/main">
              <a:ext uri="{FF2B5EF4-FFF2-40B4-BE49-F238E27FC236}">
                <a16:creationId xmlns:a16="http://schemas.microsoft.com/office/drawing/2014/main" id="{6AE1943B-A317-4FF7-8900-187C5244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複数種類のモデル</a:t>
            </a:r>
          </a:p>
        </p:txBody>
      </p:sp>
      <p:sp>
        <p:nvSpPr>
          <p:cNvPr id="6" name="desc1">
            <a:extLst xmlns:a="http://schemas.openxmlformats.org/drawingml/2006/main">
              <a:ext uri="{FF2B5EF4-FFF2-40B4-BE49-F238E27FC236}">
                <a16:creationId xmlns:a16="http://schemas.microsoft.com/office/drawing/2014/main" id="{B3256765-AE7F-4B90-B577-C1438440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3DE"/>
                </a:solidFill>
              </a:defRPr>
            </a:pPr>
            <a:r>
              <a:rPr sz="1425" b="0">
                <a:solidFill>
                  <a:srgbClr val="C9D3DE"/>
                </a:solidFill>
              </a:rPr>
              <a:t>ファイル名を使ってエンジン側のモデルを選択</a:t>
            </a:r>
          </a:p>
        </p:txBody>
      </p:sp>
      <p:sp>
        <p:nvSpPr>
          <p:cNvPr id="7" name="point2">
            <a:extLst xmlns:a="http://schemas.openxmlformats.org/drawingml/2006/main">
              <a:ext uri="{FF2B5EF4-FFF2-40B4-BE49-F238E27FC236}">
                <a16:creationId xmlns:a16="http://schemas.microsoft.com/office/drawing/2014/main" id="{DB79C804-0361-4A9E-92A8-030BDE75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Transformを再現</a:t>
            </a:r>
          </a:p>
        </p:txBody>
      </p:sp>
      <p:sp>
        <p:nvSpPr>
          <p:cNvPr id="8" name="desc2">
            <a:extLst xmlns:a="http://schemas.openxmlformats.org/drawingml/2006/main">
              <a:ext uri="{FF2B5EF4-FFF2-40B4-BE49-F238E27FC236}">
                <a16:creationId xmlns:a16="http://schemas.microsoft.com/office/drawing/2014/main" id="{441F485A-1B5B-4F90-8DB0-7C866E62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3DE"/>
                </a:solidFill>
              </a:defRPr>
            </a:pPr>
            <a:r>
              <a:rPr sz="1425" b="0">
                <a:solidFill>
                  <a:srgbClr val="C9D3DE"/>
                </a:solidFill>
              </a:rPr>
              <a:t>位置・回転・スケールを座標系変換して読み込み</a:t>
            </a:r>
          </a:p>
        </p:txBody>
      </p:sp>
    </p:spTree>
    <p:extLst>
      <p:ext uri="{BB962C8B-B14F-4D97-AF65-F5344CB8AC3E}">
        <p14:creationId xmlns:p14="http://schemas.microsoft.com/office/powerpoint/2010/main" val="1387151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DB63-2E00-4EE6-9B1A-CAAF6405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70A351E-F25E-4DA1-88E2-2BA0ED00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</a:defRPr>
            </a:pPr>
            <a:r>
              <a:rPr sz="1125" b="1">
                <a:solidFill>
                  <a:srgbClr val="38BDF8"/>
                </a:solidFill>
              </a:rPr>
              <a:t>RUNTIME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E6E654-B3F6-4AAD-B8B4-AD8B0E97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配置したステージをゲームプレイへ直結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b6f0e841e4670"/>
          <a:srcRect xmlns:a="http://schemas.openxmlformats.org/drawingml/2006/main" l="65" t="0" r="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571625"/>
            <a:ext cx="6477000" cy="3648075"/>
          </a:xfrm>
          <a:prstGeom xmlns:a="http://schemas.openxmlformats.org/drawingml/2006/main" prst="roundRect">
            <a:avLst>
              <a:gd name="adj" fmla="val 3133"/>
            </a:avLst>
          </a:prstGeom>
        </p:spPr>
      </p:pic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71D1ACDF-CE7A-4BE9-AA6A-84A6A90D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エディタで読み込んだ内容を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再起動せずプレイできます</a:t>
            </a:r>
          </a:p>
        </p:txBody>
      </p:sp>
      <p:sp>
        <p:nvSpPr>
          <p:cNvPr id="6" name="details">
            <a:extLst xmlns:a="http://schemas.openxmlformats.org/drawingml/2006/main">
              <a:ext uri="{FF2B5EF4-FFF2-40B4-BE49-F238E27FC236}">
                <a16:creationId xmlns:a16="http://schemas.microsoft.com/office/drawing/2014/main" id="{896EDC3C-70B8-409F-888B-FBD38C11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619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3DE"/>
                </a:solidFill>
              </a:defRPr>
            </a:pPr>
            <a:r>
              <a:rPr sz="1650" b="0">
                <a:solidFill>
                  <a:srgbClr val="C9D3DE"/>
                </a:solidFill>
              </a:rPr>
              <a:t>・モデル配置</a:t>
            </a:r>
          </a:p>
          <a:p xmlns:a="http://schemas.openxmlformats.org/drawingml/2006/main">
            <a:pPr algn="l">
              <a:defRPr sz="1650" b="0">
                <a:solidFill>
                  <a:srgbClr val="C9D3DE"/>
                </a:solidFill>
              </a:defRPr>
            </a:pPr>
            <a:r>
              <a:rPr sz="1650" b="0">
                <a:solidFill>
                  <a:srgbClr val="C9D3DE"/>
                </a:solidFill>
              </a:rPr>
              <a:t>・プレイヤー開始地点</a:t>
            </a:r>
          </a:p>
          <a:p xmlns:a="http://schemas.openxmlformats.org/drawingml/2006/main">
            <a:pPr algn="l">
              <a:defRPr sz="1650" b="0">
                <a:solidFill>
                  <a:srgbClr val="C9D3DE"/>
                </a:solidFill>
              </a:defRPr>
            </a:pPr>
            <a:r>
              <a:rPr sz="1650" b="0">
                <a:solidFill>
                  <a:srgbClr val="C9D3DE"/>
                </a:solidFill>
              </a:rPr>
              <a:t>・BOXコライダー</a:t>
            </a:r>
          </a:p>
          <a:p xmlns:a="http://schemas.openxmlformats.org/drawingml/2006/main">
            <a:pPr algn="l">
              <a:defRPr sz="1650" b="0">
                <a:solidFill>
                  <a:srgbClr val="C9D3DE"/>
                </a:solidFill>
              </a:defRPr>
            </a:pPr>
            <a:r>
              <a:rPr sz="1650" b="0">
                <a:solidFill>
                  <a:srgbClr val="C9D3DE"/>
                </a:solidFill>
              </a:rPr>
              <a:t>・ゲーム固有オブジェクト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1011630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D894E-94E9-44E9-851A-D924C3C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2F203E1-139A-42FF-A95C-E9370DD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</a:defRPr>
            </a:pPr>
            <a:r>
              <a:rPr sz="1125" b="1">
                <a:solidFill>
                  <a:srgbClr val="38BDF8"/>
                </a:solidFill>
              </a:rPr>
              <a:t>HOT RELOAD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ABB04C-BDAD-4F09-953F-63CF6B1B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ファイル変更を検出し、確認後に安全に再読み込み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f877645d94f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38300"/>
            <a:ext cx="68580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7D1C9493-B64E-44CB-BCBC-0DFC86E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669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  BlenderからJSONを再出力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CCFB2374-0D74-4AF5-997A-EDDA0B53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  エンジンが更新時刻を検出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EE9940CD-61AF-4EC9-80D5-3376A982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052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  確認ダイアログを表示</a:t>
            </a:r>
          </a:p>
        </p:txBody>
      </p:sp>
      <p:sp>
        <p:nvSpPr>
          <p:cNvPr id="8" name="step4">
            <a:extLst xmlns:a="http://schemas.openxmlformats.org/drawingml/2006/main">
              <a:ext uri="{FF2B5EF4-FFF2-40B4-BE49-F238E27FC236}">
                <a16:creationId xmlns:a16="http://schemas.microsoft.com/office/drawing/2014/main" id="{B7B33B33-FC91-4251-B040-98798705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8BDF8"/>
                </a:solidFill>
              </a:defRPr>
            </a:pPr>
            <a:r>
              <a:rPr sz="1725" b="1">
                <a:solidFill>
                  <a:srgbClr val="38BDF8"/>
                </a:solidFill>
              </a:rPr>
              <a:t>4  選択後にステージを再構築</a:t>
            </a:r>
          </a:p>
        </p:txBody>
      </p:sp>
    </p:spTree>
    <p:extLst>
      <p:ext uri="{BB962C8B-B14F-4D97-AF65-F5344CB8AC3E}">
        <p14:creationId xmlns:p14="http://schemas.microsoft.com/office/powerpoint/2010/main" val="2044370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83224-17E7-4A77-AA9D-6F58BAF1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7E28EEC-ACC5-4824-9027-8AB0CE9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</a:defRPr>
            </a:pPr>
            <a:r>
              <a:rPr sz="1125" b="1">
                <a:solidFill>
                  <a:srgbClr val="38BDF8"/>
                </a:solidFill>
              </a:rPr>
              <a:t>GAME DATA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F1D86E-26CC-41D5-8399-C8B87F99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ゲームに必要な情報もBlender側で設定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ddc5914564fbb"/>
          <a:srcRect xmlns:a="http://schemas.openxmlformats.org/drawingml/2006/main" l="17" t="0" r="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1581150"/>
            <a:ext cx="6381750" cy="3590925"/>
          </a:xfrm>
          <a:prstGeom xmlns:a="http://schemas.openxmlformats.org/drawingml/2006/main" prst="roundRect">
            <a:avLst>
              <a:gd name="adj" fmla="val 3183"/>
            </a:avLst>
          </a:prstGeom>
        </p:spPr>
      </p:pic>
      <p:sp>
        <p:nvSpPr>
          <p:cNvPr id="5" name="feature1">
            <a:extLst xmlns:a="http://schemas.openxmlformats.org/drawingml/2006/main">
              <a:ext uri="{FF2B5EF4-FFF2-40B4-BE49-F238E27FC236}">
                <a16:creationId xmlns:a16="http://schemas.microsoft.com/office/drawing/2014/main" id="{09F9D3B7-1276-4527-ABBF-B5CF9365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BOX Collider</a:t>
            </a:r>
          </a:p>
        </p:txBody>
      </p:sp>
      <p:sp>
        <p:nvSpPr>
          <p:cNvPr id="6" name="feature1d">
            <a:extLst xmlns:a="http://schemas.openxmlformats.org/drawingml/2006/main">
              <a:ext uri="{FF2B5EF4-FFF2-40B4-BE49-F238E27FC236}">
                <a16:creationId xmlns:a16="http://schemas.microsoft.com/office/drawing/2014/main" id="{A02EEECD-FE38-4B10-8B77-27139568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3DE"/>
                </a:solidFill>
              </a:defRPr>
            </a:pPr>
            <a:r>
              <a:rPr sz="1425" b="0">
                <a:solidFill>
                  <a:srgbClr val="C9D3DE"/>
                </a:solidFill>
              </a:rPr>
              <a:t>位置とサイズをゲーム側の当たり判定へ適用</a:t>
            </a:r>
          </a:p>
        </p:txBody>
      </p:sp>
      <p:sp>
        <p:nvSpPr>
          <p:cNvPr id="7" name="feature2">
            <a:extLst xmlns:a="http://schemas.openxmlformats.org/drawingml/2006/main">
              <a:ext uri="{FF2B5EF4-FFF2-40B4-BE49-F238E27FC236}">
                <a16:creationId xmlns:a16="http://schemas.microsoft.com/office/drawing/2014/main" id="{A04F1442-EC0F-43DB-ACB4-23179E98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SpawnPoint</a:t>
            </a:r>
          </a:p>
        </p:txBody>
      </p:sp>
      <p:sp>
        <p:nvSpPr>
          <p:cNvPr id="8" name="feature2d">
            <a:extLst xmlns:a="http://schemas.openxmlformats.org/drawingml/2006/main">
              <a:ext uri="{FF2B5EF4-FFF2-40B4-BE49-F238E27FC236}">
                <a16:creationId xmlns:a16="http://schemas.microsoft.com/office/drawing/2014/main" id="{EE16F4CD-20D8-4BC3-9888-26B4139C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3DE"/>
                </a:solidFill>
              </a:defRPr>
            </a:pPr>
            <a:r>
              <a:rPr sz="1425" b="0">
                <a:solidFill>
                  <a:srgbClr val="C9D3DE"/>
                </a:solidFill>
              </a:rPr>
              <a:t>プレイヤーの正常な開始地点として使用</a:t>
            </a:r>
          </a:p>
        </p:txBody>
      </p:sp>
      <p:sp>
        <p:nvSpPr>
          <p:cNvPr id="9" name="feature3">
            <a:extLst xmlns:a="http://schemas.openxmlformats.org/drawingml/2006/main">
              <a:ext uri="{FF2B5EF4-FFF2-40B4-BE49-F238E27FC236}">
                <a16:creationId xmlns:a16="http://schemas.microsoft.com/office/drawing/2014/main" id="{AD6F15F0-0919-43D4-BD83-4F66B2F8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Enabled Flag</a:t>
            </a:r>
          </a:p>
        </p:txBody>
      </p:sp>
      <p:sp>
        <p:nvSpPr>
          <p:cNvPr id="10" name="feature3d">
            <a:extLst xmlns:a="http://schemas.openxmlformats.org/drawingml/2006/main">
              <a:ext uri="{FF2B5EF4-FFF2-40B4-BE49-F238E27FC236}">
                <a16:creationId xmlns:a16="http://schemas.microsoft.com/office/drawing/2014/main" id="{7441D2DC-ED75-49B3-A21F-013907AE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3DE"/>
                </a:solidFill>
              </a:defRPr>
            </a:pPr>
            <a:r>
              <a:rPr sz="1425" b="0">
                <a:solidFill>
                  <a:srgbClr val="C9D3DE"/>
                </a:solidFill>
              </a:rPr>
              <a:t>一時的に出力しないオブジェクトを指定</a:t>
            </a:r>
          </a:p>
        </p:txBody>
      </p:sp>
    </p:spTree>
    <p:extLst>
      <p:ext uri="{BB962C8B-B14F-4D97-AF65-F5344CB8AC3E}">
        <p14:creationId xmlns:p14="http://schemas.microsoft.com/office/powerpoint/2010/main" val="75378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0E8FA-9F0B-47C4-A1C8-BEF3EA6B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ECEB909-527A-41E7-9D1E-E03053A2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</a:defRPr>
            </a:pPr>
            <a:r>
              <a:rPr sz="1125" b="1">
                <a:solidFill>
                  <a:srgbClr val="38BDF8"/>
                </a:solidFill>
              </a:rPr>
              <a:t>RESULT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1A5468-B9AE-412A-B96B-204E41E5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編集からゲーム反映までを一つの制作フローに統合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1ae859e6142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00200"/>
            <a:ext cx="68580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result1">
            <a:extLst xmlns:a="http://schemas.openxmlformats.org/drawingml/2006/main">
              <a:ext uri="{FF2B5EF4-FFF2-40B4-BE49-F238E27FC236}">
                <a16:creationId xmlns:a16="http://schemas.microsoft.com/office/drawing/2014/main" id="{B1B81D08-154D-4C20-98FD-4391891A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716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Blenderで編集</a:t>
            </a:r>
          </a:p>
        </p:txBody>
      </p:sp>
      <p:sp>
        <p:nvSpPr>
          <p:cNvPr id="6" name="result2">
            <a:extLst xmlns:a="http://schemas.openxmlformats.org/drawingml/2006/main">
              <a:ext uri="{FF2B5EF4-FFF2-40B4-BE49-F238E27FC236}">
                <a16:creationId xmlns:a16="http://schemas.microsoft.com/office/drawing/2014/main" id="{76190BF0-70B4-49C6-B1DA-F625DB3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JSONへ書き出し</a:t>
            </a:r>
          </a:p>
        </p:txBody>
      </p:sp>
      <p:sp>
        <p:nvSpPr>
          <p:cNvPr id="7" name="result3">
            <a:extLst xmlns:a="http://schemas.openxmlformats.org/drawingml/2006/main">
              <a:ext uri="{FF2B5EF4-FFF2-40B4-BE49-F238E27FC236}">
                <a16:creationId xmlns:a16="http://schemas.microsoft.com/office/drawing/2014/main" id="{7C14D4D3-F1E6-4E12-9A22-B29A7EE0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変更を検出</a:t>
            </a:r>
          </a:p>
        </p:txBody>
      </p:sp>
      <p:sp>
        <p:nvSpPr>
          <p:cNvPr id="8" name="result4">
            <a:extLst xmlns:a="http://schemas.openxmlformats.org/drawingml/2006/main">
              <a:ext uri="{FF2B5EF4-FFF2-40B4-BE49-F238E27FC236}">
                <a16:creationId xmlns:a16="http://schemas.microsoft.com/office/drawing/2014/main" id="{8372C234-B98D-4240-A2AC-4E26542A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ゲームへ即時反映</a:t>
            </a:r>
          </a:p>
        </p:txBody>
      </p:sp>
      <p:sp>
        <p:nvSpPr>
          <p:cNvPr id="9" name="close">
            <a:extLst xmlns:a="http://schemas.openxmlformats.org/drawingml/2006/main">
              <a:ext uri="{FF2B5EF4-FFF2-40B4-BE49-F238E27FC236}">
                <a16:creationId xmlns:a16="http://schemas.microsoft.com/office/drawing/2014/main" id="{3A924B03-F984-4BA4-A4D6-DB2202FC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3DE"/>
                </a:solidFill>
              </a:defRPr>
            </a:pPr>
            <a:r>
              <a:rPr sz="1425" b="0">
                <a:solidFill>
                  <a:srgbClr val="C9D3DE"/>
                </a:solidFill>
              </a:rPr>
              <a:t>ステージ制作と動作確認の往復を短縮しました</a:t>
            </a:r>
          </a:p>
        </p:txBody>
      </p:sp>
    </p:spTree>
    <p:extLst>
      <p:ext uri="{BB962C8B-B14F-4D97-AF65-F5344CB8AC3E}">
        <p14:creationId xmlns:p14="http://schemas.microsoft.com/office/powerpoint/2010/main" val="1055371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2026-07-28T08:07:55.4680000Z</dcterms:created>
  <dcterms:modified xsi:type="dcterms:W3CDTF">2026-07-28T08:07:55.4680000Z</dcterms:modified>
</coreProperties>
</file>